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d9b1f838-b4f5-58b1-92b8-44f82bc9b6c8/scratchpad/sicma_pptx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2026-09-06T03:20:30Z</dcterms:created>
  <dcterms:modified xsi:type="dcterms:W3CDTF">2026-09-06T03:20:30Z</dcterms:modified>
</cp:coreProperties>
</file>